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6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Agentic RAg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>
                <a:solidFill>
                  <a:srgbClr val="FFFFFF"/>
                </a:solidFill>
              </a:defRPr>
            </a:pPr>
            <a:r>
              <a:t>A multi-agent RAG architecture using CrewAI and LangGraph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C63FF"/>
                </a:solidFill>
              </a:defRPr>
            </a:pPr>
            <a:r>
              <a:t>System Components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/>
            </a:pPr>
            <a:r>
              <a:t>CrewAI Agents</a:t>
            </a:r>
          </a:p>
          <a:p>
            <a:pPr>
              <a:defRPr sz="2800"/>
            </a:pPr>
            <a:r>
              <a:t>LangGraph</a:t>
            </a:r>
          </a:p>
          <a:p>
            <a:pPr>
              <a:defRPr sz="2800"/>
            </a:pPr>
            <a:r>
              <a:t>FastAPI</a:t>
            </a:r>
          </a:p>
          <a:p>
            <a:pPr>
              <a:defRPr sz="2800"/>
            </a:pPr>
            <a:r>
              <a:t>FAISS Vector DB</a:t>
            </a:r>
          </a:p>
          <a:p>
            <a:pPr>
              <a:defRPr sz="2800"/>
            </a:pPr>
            <a:r>
              <a:t>OpenAI Embeddings</a:t>
            </a:r>
          </a:p>
          <a:p>
            <a:pPr>
              <a:defRPr sz="2800"/>
            </a:pPr>
            <a:r>
              <a:t>PDF Knowledge 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6C63FF"/>
                </a:solidFill>
              </a:defRPr>
            </a:pPr>
            <a:r>
              <a:t>End-to-End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2103120" cy="914400"/>
          </a:xfrm>
          <a:prstGeom prst="rect">
            <a:avLst/>
          </a:prstGeom>
          <a:solidFill>
            <a:srgbClr val="6C63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User Query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743200"/>
            <a:ext cx="2103120" cy="914400"/>
          </a:xfrm>
          <a:prstGeom prst="rect">
            <a:avLst/>
          </a:prstGeom>
          <a:solidFill>
            <a:srgbClr val="6C63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LangGraph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2743200"/>
            <a:ext cx="2103120" cy="914400"/>
          </a:xfrm>
          <a:prstGeom prst="rect">
            <a:avLst/>
          </a:prstGeom>
          <a:solidFill>
            <a:srgbClr val="6C63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Planner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2743200"/>
            <a:ext cx="2103120" cy="914400"/>
          </a:xfrm>
          <a:prstGeom prst="rect">
            <a:avLst/>
          </a:prstGeom>
          <a:solidFill>
            <a:srgbClr val="6C63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Retriever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743200"/>
            <a:ext cx="2103120" cy="914400"/>
          </a:xfrm>
          <a:prstGeom prst="rect">
            <a:avLst/>
          </a:prstGeom>
          <a:solidFill>
            <a:srgbClr val="6C63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Synthesizer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0" y="2743200"/>
            <a:ext cx="2103120" cy="914400"/>
          </a:xfrm>
          <a:prstGeom prst="rect">
            <a:avLst/>
          </a:prstGeom>
          <a:solidFill>
            <a:srgbClr val="00C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Final 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C63FF"/>
                </a:solidFill>
              </a:defRPr>
            </a:pPr>
            <a:r>
              <a:t>RAG Theory &amp;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/>
            </a:pPr>
            <a:r>
              <a:t>RAG retrieves external knowledge to reduce hallucination.</a:t>
            </a:r>
          </a:p>
          <a:p>
            <a:pPr>
              <a:defRPr sz="2800"/>
            </a:pPr>
            <a:r>
              <a:t>Context is fetched before generating answers.</a:t>
            </a:r>
          </a:p>
          <a:p>
            <a:pPr>
              <a:defRPr sz="2800"/>
            </a:pPr>
            <a:r>
              <a:t>FAISS enables fast vector semantic search.</a:t>
            </a:r>
          </a:p>
          <a:p>
            <a:pPr>
              <a:defRPr sz="2800"/>
            </a:pPr>
            <a:r>
              <a:t>Multi-agent system improves clarity &amp; task ownership.</a:t>
            </a:r>
          </a:p>
          <a:p>
            <a:pPr>
              <a:defRPr sz="2800"/>
            </a:pPr>
            <a:r>
              <a:t>LangGraph controls agent transitions.</a:t>
            </a:r>
          </a:p>
          <a:p>
            <a:pPr>
              <a:defRPr sz="2800"/>
            </a:pPr>
            <a:r>
              <a:t>Scalable for enterprise knowledge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6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